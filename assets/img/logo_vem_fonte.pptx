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4038"/>
    <a:srgbClr val="625750"/>
    <a:srgbClr val="CCAC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4D03E-9DC5-3524-4298-6680CF2A4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5808EA-F148-D435-0CC8-997EE3DAA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BF4F93-8D54-A698-E753-BF684B14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FE5C-46ED-0A47-849D-2AD46970BEEF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EA6A02-02D4-0F5B-1CB8-08C9AAFE5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0A10AC-B4F0-E61D-762F-A337826B3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99F6D-4A5B-844D-B480-9C0A3DD0F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677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AE237-006A-49B9-E8CE-3B936859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3DAD2A-A45D-8402-60D5-8917FA19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97628-90F3-712E-08CF-19E732FBD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FE5C-46ED-0A47-849D-2AD46970BEEF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68B42-F4C3-FE96-EDC0-4F62AE5B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4E0965-8348-5DCE-285E-6DEB64F1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99F6D-4A5B-844D-B480-9C0A3DD0F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6885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6C892-CE63-EBA8-1232-2E69FF72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7375E2-C150-E23A-C8D2-0752E6543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5E76BB-70F8-6893-4DE3-93B96E645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FE5C-46ED-0A47-849D-2AD46970BEEF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888718-9CCE-84A3-2F2C-1C329B95E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B8BB75-B59B-F7B4-7F09-EB5C1A71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99F6D-4A5B-844D-B480-9C0A3DD0F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007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75B63-850D-C0C7-4496-BCB28DDAE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F9B90B-3583-C71C-61F3-4ECB98586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432618-96E8-F853-CC0F-B5E328FDC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E31634-4E35-A376-AB45-7B17AEC4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FE5C-46ED-0A47-849D-2AD46970BEEF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C6EE22-88A2-A023-049E-B0A04BC68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804F20-682C-6116-EE37-F6643397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99F6D-4A5B-844D-B480-9C0A3DD0F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EF921-EA63-2EC2-45DB-742CFCAF9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9E0E54-8FBE-331D-2D8D-AB7CA820A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F9EB88-735E-4C0E-623B-8DD0B9A3F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740F40-B919-4BF7-D5CA-41CBB6A005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4AD2DFD-2381-6E8F-D2A4-B631C8264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66F7145-5C56-C6FE-9AF5-B417552B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FE5C-46ED-0A47-849D-2AD46970BEEF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58B338A-2148-7C97-2234-10044F80F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1FB32BE-9D3F-B42A-3B15-8456B2D56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99F6D-4A5B-844D-B480-9C0A3DD0F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030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FCA62-6952-A394-BD03-945BBA01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B1B15F6-9D41-B1D8-86E6-60BAE05EC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FE5C-46ED-0A47-849D-2AD46970BEEF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2BDEF20-AA9C-C52C-0C5F-CEED2FBC7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8FE1E6-9CD7-2A58-1480-27E691A3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99F6D-4A5B-844D-B480-9C0A3DD0F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16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6127866-0E5F-4D5C-FD7E-41116C43E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FE5C-46ED-0A47-849D-2AD46970BEEF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AE77004-1C1D-0D91-8BC4-A83C934D3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A91AF7-730E-10F8-DB1B-C42300C2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99F6D-4A5B-844D-B480-9C0A3DD0F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494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FEF48-DEFC-226B-5D5F-D2C12CA92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E52AC4-1774-E6BC-3590-AFA365A03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223AAE-1BC4-025D-5FA0-1E8B62F5C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3EDA20-2A50-C1C1-3ADC-740F303CC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FE5C-46ED-0A47-849D-2AD46970BEEF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BE5A8F-E8F3-CD63-AFB9-C17150466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208909-8003-59A1-9623-B362581E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99F6D-4A5B-844D-B480-9C0A3DD0F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460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7652B-B151-556D-DA1C-325C2198B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304A4E-482D-3F49-9F5B-C5352F6263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3950CA-364E-AB67-DEE3-FA9387061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A8DE00-5161-E87B-78CE-EECDEDE5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FE5C-46ED-0A47-849D-2AD46970BEEF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1022AF-80BC-F0CE-8B11-A71A80A62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051E3B-8CC2-6328-0B72-173F373D2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99F6D-4A5B-844D-B480-9C0A3DD0F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71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18F38-FBE4-69C7-449C-A9F08DE3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76307A-D276-C06D-E078-0A9163C75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26CEA7-BDE4-FE32-2972-8016F6F96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FE5C-46ED-0A47-849D-2AD46970BEEF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491AA1-5787-91BD-DB2C-9ACD52E5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06D64F-CCDB-ED33-8ED1-F38D8D751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99F6D-4A5B-844D-B480-9C0A3DD0F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2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B5C3CE-6A54-2EF3-AF28-512C068E6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3AB12D-1C22-CE19-EE68-5D5118066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07B908-97E2-3BC4-75F0-2E6C13BC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FE5C-46ED-0A47-849D-2AD46970BEEF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317575-D12D-722A-AC9C-8224A4259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C924CF-E148-A0C6-D9EE-87E55618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99F6D-4A5B-844D-B480-9C0A3DD0F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382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0F0365-D519-71F0-840B-6D459676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F725B4-5B37-1CDB-E094-48140A49C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9256DB-C546-DB0C-CF2F-FAE820D64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36FE5C-46ED-0A47-849D-2AD46970BEEF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B3B211-1848-0EB2-8AA6-284378ED5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50F110-E831-61DE-50AD-D7D51D4C6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99F6D-4A5B-844D-B480-9C0A3DD0F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98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, nome da empresa&#10;&#10;Descrição gerada automaticamente">
            <a:extLst>
              <a:ext uri="{FF2B5EF4-FFF2-40B4-BE49-F238E27FC236}">
                <a16:creationId xmlns:a16="http://schemas.microsoft.com/office/drawing/2014/main" id="{AFB4025C-66C1-E07E-9434-79227674BE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042"/>
          <a:stretch/>
        </p:blipFill>
        <p:spPr>
          <a:xfrm>
            <a:off x="2229206" y="0"/>
            <a:ext cx="7733587" cy="486629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8F90E9E-0AC2-6F55-F769-FA26522EE0B8}"/>
              </a:ext>
            </a:extLst>
          </p:cNvPr>
          <p:cNvSpPr txBox="1"/>
          <p:nvPr/>
        </p:nvSpPr>
        <p:spPr>
          <a:xfrm>
            <a:off x="2388894" y="4692302"/>
            <a:ext cx="741420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200" dirty="0">
                <a:solidFill>
                  <a:srgbClr val="625750"/>
                </a:solidFill>
                <a:latin typeface="+mj-lt"/>
                <a:cs typeface="Al Nile" pitchFamily="2" charset="-78"/>
              </a:rPr>
              <a:t>VEM </a:t>
            </a:r>
            <a:r>
              <a:rPr lang="pt-BR" sz="13200" b="1" dirty="0">
                <a:solidFill>
                  <a:srgbClr val="625750"/>
                </a:solidFill>
                <a:latin typeface="+mj-lt"/>
                <a:cs typeface="Al Nile" pitchFamily="2" charset="-78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033704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uma placa&#10;&#10;Descrição gerada automaticamente com confiança média">
            <a:extLst>
              <a:ext uri="{FF2B5EF4-FFF2-40B4-BE49-F238E27FC236}">
                <a16:creationId xmlns:a16="http://schemas.microsoft.com/office/drawing/2014/main" id="{33BA36A1-BF90-22F0-D3E6-22B4D08972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198"/>
          <a:stretch/>
        </p:blipFill>
        <p:spPr>
          <a:xfrm>
            <a:off x="2209800" y="2781300"/>
            <a:ext cx="1694573" cy="12954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B9F69E0-6116-6B0D-4C57-E4849DFDF5EA}"/>
              </a:ext>
            </a:extLst>
          </p:cNvPr>
          <p:cNvSpPr txBox="1"/>
          <p:nvPr/>
        </p:nvSpPr>
        <p:spPr>
          <a:xfrm>
            <a:off x="3904373" y="2622758"/>
            <a:ext cx="6154249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0" dirty="0">
                <a:solidFill>
                  <a:srgbClr val="4E4038"/>
                </a:solidFill>
                <a:latin typeface="+mj-lt"/>
                <a:cs typeface="Al Nile" pitchFamily="2" charset="-78"/>
              </a:rPr>
              <a:t>VEM </a:t>
            </a:r>
            <a:r>
              <a:rPr lang="pt-BR" sz="11000" b="1" dirty="0">
                <a:solidFill>
                  <a:srgbClr val="4E4038"/>
                </a:solidFill>
                <a:latin typeface="+mj-lt"/>
                <a:cs typeface="Al Nile" pitchFamily="2" charset="-78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31822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066801CA-048C-81B7-0189-FEB00ACA44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84" b="33140"/>
          <a:stretch/>
        </p:blipFill>
        <p:spPr>
          <a:xfrm>
            <a:off x="2409568" y="2603501"/>
            <a:ext cx="77724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478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Vegi</dc:creator>
  <cp:lastModifiedBy>Lucas Vegi</cp:lastModifiedBy>
  <cp:revision>3</cp:revision>
  <dcterms:created xsi:type="dcterms:W3CDTF">2026-03-24T13:46:25Z</dcterms:created>
  <dcterms:modified xsi:type="dcterms:W3CDTF">2026-03-24T13:58:41Z</dcterms:modified>
</cp:coreProperties>
</file>